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SMART INDIA HACKATHON 2026 | TECHNICAL APPROACH &amp; STUDENT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Architecture, Production Stack &amp; 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621792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5943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🏗️ TECHNICAL ARCHITECTURE &amp; DATA FLOW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Presentation Layer: Next.js 16 (App Router) + React 19 + Tailwind CSS v4 for reactive, zero-lag client dashboard &amp; quiz runner.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Server &amp; API Layer: Node.js &amp; Express 5.2 — Stateless JWT Bearer Auth with bcryptjs security middleware.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In-Memory Stream Parser: Multer memoryStorage + pdf-parse — In-RAM PDF text extraction with ZERO disk storage footprint &amp; total student privacy.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AI &amp; Memory Decay Engine: Google Gemini 3.6 Flash (&lt;1.2s MCQ gen) + Modified Ebbinghaus Decay Algorithm.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97280"/>
            <a:ext cx="4327855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188720"/>
            <a:ext cx="405353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</a:defRPr>
            </a:pPr>
            <a:r>
              <a:t>⚡ PRODUCTION TECH STACK MATRIX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🔹 Frontend: Next.js 16 (React 19), Turbopack, Tailwind v4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🔹 Backend Server: Node.js, Express 5.2, Mongoose 9.9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🔹 Database Store: MongoDB Atlas (Compound indexing on userId+conceptId)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🔹 AI Model: Google Gemini API (gemini-3.6-flash)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🔹 File Ingestion: In-Memory RAM Buffers (multer.memoryStorage)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🔹 Security: Stateless JWT Tokens + bcryptjs (10 salt rounds)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728655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045433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🎓 END-TO-END STUDENT STEP-BY-STEP JOURNEY (WORKFLOW)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📍 STEPS 1 to 4 (Ingestion &amp; Priming):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1. Login / Sign Up: Secure JWT auth opens personalized Cognitive Command Center.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2. Add Subject &amp; Concept: Organize target learning modules (e.g. Organic Chem, DBMS).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3. Upload Notes (PDF &lt;= 5MB): In-memory parser extracts context in &lt;300ms.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4. Synaptic Prime: Read 2-min high-yield AI summary to prime neural memory pathways.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100" b="1">
                <a:solidFill>
                  <a:srgbClr val="F59E0B"/>
                </a:solidFill>
              </a:defRPr>
            </a:pPr>
            <a:r>
              <a:t>📍 STEPS 5 to 8 (Recall, Decay &amp; Scheduling):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5. 10-Q Active Recall Quiz: Answer Gemini-generated MCQs under active timer.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6. Score &amp; Review: Instant feedback + detailed step-by-step conceptual explanations.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7. Ebbinghaus Decay Calc: Real-time update of memory stability curve &amp; half-life (τ).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  • 8. Spaced Repetition: AI priority recovery queue + custom student exam date alarms.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